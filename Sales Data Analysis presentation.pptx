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2"/>
  </p:notesMasterIdLst>
  <p:handoutMasterIdLst>
    <p:handoutMasterId r:id="rId13"/>
  </p:handoutMasterIdLst>
  <p:sldIdLst>
    <p:sldId id="410" r:id="rId5"/>
    <p:sldId id="383" r:id="rId6"/>
    <p:sldId id="391" r:id="rId7"/>
    <p:sldId id="408" r:id="rId8"/>
    <p:sldId id="404" r:id="rId9"/>
    <p:sldId id="412" r:id="rId10"/>
    <p:sldId id="39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>
        <p:scale>
          <a:sx n="100" d="100"/>
          <a:sy n="100" d="100"/>
        </p:scale>
        <p:origin x="58" y="-7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88448-0B71-161F-9CBB-6DB83735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3B945-2298-BF3C-CBAB-FB262BCE1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85E2C-223D-7D21-2EFF-9CA34D5D0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362B8-CCA6-70BF-8627-DA562C5F7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202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Sales Data Analysis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Dataset and Data Cleaning</a:t>
            </a:r>
          </a:p>
          <a:p>
            <a:r>
              <a:rPr lang="en-US" dirty="0"/>
              <a:t>Analysis and Visualizations</a:t>
            </a:r>
          </a:p>
          <a:p>
            <a:r>
              <a:rPr lang="en-US" dirty="0"/>
              <a:t>Dashboard and Key Findings</a:t>
            </a:r>
          </a:p>
          <a:p>
            <a:r>
              <a:rPr lang="en-US" dirty="0"/>
              <a:t>Recommendations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Dataset and Data Cleaning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1968417"/>
            <a:ext cx="7810500" cy="4889583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Dataset Overview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 Sales Dataset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 Approximately 9,994 rows (verify your final cleaned file).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includes: Order ID, Order Date, Customer Segment, Region, Category, Sales, Quantity, Discount, and Profit.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 analyze sales performance and identify business trends.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and corrected data types.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Row IDs.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blank rows in Order Date.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invalid values in numeric columns.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Postal Code values using the mode.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new column called Profit Status.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8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Tools Used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6000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FA05DF-7581-086F-1444-B2595C2574D3}"/>
              </a:ext>
            </a:extLst>
          </p:cNvPr>
          <p:cNvSpPr txBox="1"/>
          <p:nvPr/>
        </p:nvSpPr>
        <p:spPr>
          <a:xfrm>
            <a:off x="6753726" y="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Analysis And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3549315"/>
            <a:ext cx="4490827" cy="272467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sales, profit, quantity, and orders.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four DAX measures in Power BI: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sales across product categories, regions, and customer segments.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Examined yearly sales trends and the relationship between sales and profit.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4090736"/>
            <a:ext cx="4276725" cy="18528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Created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— Sales Trend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chart — Category-wise Sales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 — Region-wise Profit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— Sales by Customer Segment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chart — Sales vs Profit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8FD33-EAA5-ABAD-86FE-E22F4C3C7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45" y="2539182"/>
            <a:ext cx="5107913" cy="7315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336CA7-67B0-CC05-FB17-E59DE2710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704" y="2019252"/>
            <a:ext cx="4669021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Dashboard and key Findings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9210" y="2496051"/>
            <a:ext cx="3947160" cy="359747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  <a:p>
            <a:pPr lvl="0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KPI cards: Total Sales, Total Quantity, Total Orders, and Total Profit.</a:t>
            </a:r>
          </a:p>
          <a:p>
            <a:pPr lvl="0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 for Year, Month, Category, and Segment.</a:t>
            </a:r>
          </a:p>
          <a:p>
            <a:pPr lvl="0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interactive charts to explore sales performance.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6B743E-022E-5E49-1876-6742DAA07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27" y="2403487"/>
            <a:ext cx="5698868" cy="320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8BA49-ED26-1726-28B8-CF61B348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083D-D333-AC48-C777-9CC6BC5E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Recommendations and 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E3093-1E94-293C-A03E-10F61F52E5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3230" y="2648451"/>
            <a:ext cx="4713170" cy="35974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lvl="0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profitable Technology products.</a:t>
            </a:r>
          </a:p>
          <a:p>
            <a:pPr lvl="0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West region's successful strategies and evaluate whether they can work in other regions.</a:t>
            </a:r>
          </a:p>
          <a:p>
            <a:pPr lvl="0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discounts, pricing, and costs for transactions with negative profit.</a:t>
            </a:r>
          </a:p>
          <a:p>
            <a:pPr lvl="0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suitable marketing campaigns for Consumer customers.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0FB2E33-ADDF-6522-D53F-4D98F2A4F0F0}"/>
              </a:ext>
            </a:extLst>
          </p:cNvPr>
          <p:cNvSpPr txBox="1">
            <a:spLocks/>
          </p:cNvSpPr>
          <p:nvPr/>
        </p:nvSpPr>
        <p:spPr>
          <a:xfrm>
            <a:off x="6705600" y="2648451"/>
            <a:ext cx="4713170" cy="359747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helped identify important sales and profit trends.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makes it easier to compare categories, regions, and customer segments.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can support better business decisions and improve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12033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52</TotalTime>
  <Words>357</Words>
  <Application>Microsoft Office PowerPoint</Application>
  <PresentationFormat>Widescreen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Times New Roman</vt:lpstr>
      <vt:lpstr>Custom</vt:lpstr>
      <vt:lpstr>Sales Data Analysis presentation</vt:lpstr>
      <vt:lpstr>Agenda</vt:lpstr>
      <vt:lpstr>Dataset and Data Cleaning</vt:lpstr>
      <vt:lpstr>Analysis And Visualization</vt:lpstr>
      <vt:lpstr>Dashboard and key Findings</vt:lpstr>
      <vt:lpstr>Recommendations and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nishad</dc:creator>
  <cp:lastModifiedBy>pooja nishad</cp:lastModifiedBy>
  <cp:revision>2</cp:revision>
  <dcterms:created xsi:type="dcterms:W3CDTF">2026-10-23T06:07:37Z</dcterms:created>
  <dcterms:modified xsi:type="dcterms:W3CDTF">2026-10-23T15:11:02Z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